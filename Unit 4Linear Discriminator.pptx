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53DFC-16D2-58A2-CABA-47E84EDDA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4DC4A-E896-F3A7-A384-102523936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FADAC-E253-0E8D-D610-DBFDDC091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D571-229F-4CD4-8677-A0FBF89107B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40995-73CF-1507-1E8F-EC444DA71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86415-59AC-EADD-C5AC-6CC7659A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F96-02EA-4496-9103-0F68F89FE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85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10D36-C706-6C17-8A6E-299438AA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74006-AB1B-5736-46C0-41F54902B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EC068-09C1-5F8A-0C37-B587AC902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D571-229F-4CD4-8677-A0FBF89107B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59DB4-F6B4-747D-7CC1-873EF3C43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D268B-6A09-DA14-C8C6-4D04AFCD0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F96-02EA-4496-9103-0F68F89FE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64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A98D-A0A4-1F64-EED6-B78BF6253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D1FCD-3069-CF39-C0BA-2F8BC86E6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F4403-1C22-0239-0144-C786066D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D571-229F-4CD4-8677-A0FBF89107B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924B5-9434-5E3A-622F-E52279AA6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F2E4F-089D-CA49-247F-D21A152CC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F96-02EA-4496-9103-0F68F89FE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94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A045-B602-570C-4A16-AB9B7B09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9D81E-041B-4BFA-523E-BF08E7E0A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EB157-8C7F-172B-41AC-E84243D2F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BA95D-F398-6876-483B-B50E0D41F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D571-229F-4CD4-8677-A0FBF89107B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7FCB3-8EF7-1126-F3DA-BC496FA1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59BAE-F8C2-569C-5CF4-B0C37C03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F96-02EA-4496-9103-0F68F89FE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05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A7C2-42A9-1FE1-E4A6-D1707D09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B7D84-0DF7-0E40-E104-5AC78334C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C31FE-7AD7-0823-2CEF-0912CE42F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A4D01-E308-E16B-BC4C-48DB95873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F9B4D9-49BE-498F-C11B-85C969B261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8C8E80-9FE9-2E56-F2B6-5D50DFFF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D571-229F-4CD4-8677-A0FBF89107B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ABA19F-39BE-8AA0-98B7-945C14BF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94D3BD-8F50-E02C-9507-FD60125B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F96-02EA-4496-9103-0F68F89FE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951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A014-67EA-BCDF-C0EC-16CA249EF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99DEE-A964-90EA-5577-30DA7F8AE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D571-229F-4CD4-8677-A0FBF89107B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A6C11E-DA1A-E5F6-1308-60B4817BE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70F17-39F6-0DAE-5964-7456CF8C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F96-02EA-4496-9103-0F68F89FE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019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BE5C4D-3724-B3C5-C0FD-9B54C413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D571-229F-4CD4-8677-A0FBF89107B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8A946-8F71-A9D4-4464-328B01354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F14C4-8FE7-6118-5A97-EC32C411D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F96-02EA-4496-9103-0F68F89FE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0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CA58-5F40-C6EF-197A-D0C894F5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95433-12C5-EB0F-4E58-DC2BADC0A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965A9-5B9B-54A4-5CE0-559D88F56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D3514-F0FF-F9E3-7AEC-6BED5AE6E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D571-229F-4CD4-8677-A0FBF89107B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FCA86-E0A1-A4D0-E7BE-E81E7F15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817AD-49E9-1E01-F83C-2C7FE4F9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F96-02EA-4496-9103-0F68F89FE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928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E17D3-FEA7-9C37-9FAB-CFD08E86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96D3F-9DA9-E8C6-C335-53A1C71DC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3FBB4-BDC5-BBDB-E02C-2BB8187B4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33710-9433-4A88-53CC-FEB72D6E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D571-229F-4CD4-8677-A0FBF89107B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C5908-82D0-EEAA-3920-A14458A52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656E4-0691-428B-EC1B-D0A53640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F96-02EA-4496-9103-0F68F89FE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32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C8E3-30BD-9E88-4855-BA98F6A6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9DEE3-B654-6D87-7E0A-38E584D7F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17AA9-C33E-78B9-BE73-84C84B52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D571-229F-4CD4-8677-A0FBF89107B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7BB30-19A8-C667-D58F-55F347432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3EC21-94DF-3829-6434-CB770991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F96-02EA-4496-9103-0F68F89FE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79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69232-84DE-118A-4415-82D3C180C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BC6A8-62B6-FB2A-77E8-92846106A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D6FFF-66D2-018B-283E-9F1587CD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D571-229F-4CD4-8677-A0FBF89107B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94A77-A570-A8B8-99CF-80C90C4D7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08D27-A27C-7455-3383-0B2928D4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F96-02EA-4496-9103-0F68F89FE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55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C5F2A3-61C1-56F8-6FA7-74F83E05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3F386-99EE-858E-80DF-310E4C572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E0B37-B40D-A956-2F72-D4A6FEDB2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0D571-229F-4CD4-8677-A0FBF89107B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6CB0F-9DDE-4BBF-4014-DCCC08212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5A7F5-070D-8971-58A9-1C3E23354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4EF96-02EA-4496-9103-0F68F89FE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483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9771-0378-411F-941F-7EA193CE74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Discriminator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21165-B4A0-1466-A844-69681D32FF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524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BCDF8-57D9-6198-0161-7EB08938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</a:t>
            </a:r>
            <a:r>
              <a:rPr lang="en-US" dirty="0" err="1"/>
              <a:t>Discriminantor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ABC81-5AD9-B45F-57C9-6B4A1B1E4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Discriminant Analysis (LDA) also known as Normal Discriminant Analysis is supervised classification problem that helps separate two or more classes by converting higher-dimensional data space into a lower-dimensional space. </a:t>
            </a:r>
          </a:p>
          <a:p>
            <a:r>
              <a:rPr lang="en-US" dirty="0"/>
              <a:t>It is used to identify a linear combination of features that best separates classes within a dataset.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9276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4472-0836-7CAC-84DB-E4291703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LDA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D6B09B-80CD-F655-F675-BAA9FA8E2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9837" y="2863056"/>
            <a:ext cx="7172325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62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E8E9-D3B7-D962-297A-43235692E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LDA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0A4080-4AA1-1B35-3C78-99DAEFBA5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7487" y="2324894"/>
            <a:ext cx="66770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83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9046C-CEE7-77A1-A9B2-2423E9A62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5D4EC-7EDB-CDF8-B6B1-05A375EB2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Linear Discriminant Analysis (LDA)</a:t>
            </a:r>
            <a:r>
              <a:rPr lang="en-US" dirty="0"/>
              <a:t> is a supervised learning technique used for classification tasks. It helps distinguish between different classes by projecting data points onto a lower-dimensional space, maximizing the separation between those classes. LDA performs two key roles:</a:t>
            </a:r>
          </a:p>
          <a:p>
            <a:r>
              <a:rPr lang="en-US" b="1" dirty="0"/>
              <a:t>Classification</a:t>
            </a:r>
            <a:r>
              <a:rPr lang="en-US" dirty="0"/>
              <a:t>: It finds a linear combination of features that best separates multiple classes.</a:t>
            </a:r>
          </a:p>
          <a:p>
            <a:r>
              <a:rPr lang="en-US" b="1" dirty="0"/>
              <a:t>Dimensionality Reduction</a:t>
            </a:r>
            <a:r>
              <a:rPr lang="en-US" dirty="0"/>
              <a:t>: It reduces the number of input features while preserving the information necessary for classification.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3491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67C4-114B-91D3-680F-ADA76B5E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Properties and Assumptions of LDA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F238F-27ED-7DDE-472F-680574E2D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Gaussian Distribution</a:t>
            </a:r>
            <a:r>
              <a:rPr lang="en-US" dirty="0"/>
              <a:t>: LDA assumes that the features within each class follow a normal (Gaussian) distribution.</a:t>
            </a:r>
          </a:p>
          <a:p>
            <a:r>
              <a:rPr lang="en-US" b="1" dirty="0"/>
              <a:t>Equal Covariance Matrices</a:t>
            </a:r>
            <a:r>
              <a:rPr lang="en-US" dirty="0"/>
              <a:t>: It assumes that the variance (or spread) of data points is the same across all classes.</a:t>
            </a:r>
          </a:p>
          <a:p>
            <a:r>
              <a:rPr lang="en-US" b="1" dirty="0"/>
              <a:t>Linearity</a:t>
            </a:r>
            <a:r>
              <a:rPr lang="en-US" dirty="0"/>
              <a:t>: The relationship between the features and the target variable is assumed to be linear.</a:t>
            </a:r>
          </a:p>
          <a:p>
            <a:r>
              <a:rPr lang="en-US" b="1" dirty="0"/>
              <a:t>Independence</a:t>
            </a:r>
            <a:r>
              <a:rPr lang="en-US" dirty="0"/>
              <a:t>: The features used should ideally be independent of each other.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942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79464-768C-1AB7-C976-60C61ED90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LDA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61719-4AAE-FDEF-FDFB-F5C91294D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Concepts:</a:t>
            </a:r>
          </a:p>
          <a:p>
            <a:r>
              <a:rPr lang="en-US" b="1" dirty="0"/>
              <a:t>Maximizing Between-Class Variance</a:t>
            </a:r>
            <a:r>
              <a:rPr lang="en-US" dirty="0"/>
              <a:t>: LDA maximizes the separation between the means of different classes.</a:t>
            </a:r>
          </a:p>
          <a:p>
            <a:r>
              <a:rPr lang="en-US" b="1" dirty="0"/>
              <a:t>Minimizing Within-Class Variance</a:t>
            </a:r>
            <a:r>
              <a:rPr lang="en-US" dirty="0"/>
              <a:t>: It minimizes the spread (variance) within each class, ensuring that data points from the same class remain close together.</a:t>
            </a:r>
          </a:p>
          <a:p>
            <a:r>
              <a:rPr lang="en-US" b="1" dirty="0"/>
              <a:t>Projection to Lower-Dimensional Space</a:t>
            </a:r>
            <a:r>
              <a:rPr lang="en-US" dirty="0"/>
              <a:t>: LDA projects data onto a new axis or subspace that best separates the classes. For example, in a 3-class problem, LDA can reduce the dimensionality to 2 or even 1 while preserving class-related information.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993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CBE64-2740-369F-2B15-BD409813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Mechanism: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A1245-762D-BF25-F4EF-9C324779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</a:t>
            </a:r>
            <a:r>
              <a:rPr lang="en-US" dirty="0"/>
              <a:t>: Compute the mean vectors for each class.</a:t>
            </a:r>
          </a:p>
          <a:p>
            <a:r>
              <a:rPr lang="en-US" b="1" dirty="0"/>
              <a:t>Step 2</a:t>
            </a:r>
            <a:r>
              <a:rPr lang="en-US" dirty="0"/>
              <a:t>: Calculate the within-class and between-class scatter matrices.</a:t>
            </a:r>
          </a:p>
          <a:p>
            <a:r>
              <a:rPr lang="en-US" b="1" dirty="0"/>
              <a:t>Step 3</a:t>
            </a:r>
            <a:r>
              <a:rPr lang="en-US" dirty="0"/>
              <a:t>: Solve for the linear discriminants that maximize the ratio of between-class variance to within-class variance.</a:t>
            </a:r>
          </a:p>
          <a:p>
            <a:r>
              <a:rPr lang="en-US" b="1" dirty="0"/>
              <a:t>Step 4</a:t>
            </a:r>
            <a:r>
              <a:rPr lang="en-US" dirty="0"/>
              <a:t>: Project the data onto the new lower-dimensional space.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301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E313-5962-9928-F2F4-BF444C1E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equation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367CD4-8EE0-A3FA-EAD7-9ED4C659D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0981"/>
            <a:ext cx="10515600" cy="384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252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58CA-C303-8EFC-43A7-A5FA4B0D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A98299-8539-BDB6-C84E-9618084CB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2416" y="1825625"/>
            <a:ext cx="87271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19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9F3A-505C-A1B8-073A-EF8D7F03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37A426-E2B8-206A-DA5B-F916DDC98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832" y="2863056"/>
            <a:ext cx="7567305" cy="316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62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38E7-489E-A65E-A112-EB508B1B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93C8-C838-EAFF-2CB8-FDA6C52A4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A2BAE7-D99E-9A2A-AFC3-BA408278A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990725"/>
            <a:ext cx="93345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75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364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Linear Discriminator</vt:lpstr>
      <vt:lpstr>Linear Discriminantor</vt:lpstr>
      <vt:lpstr>Without LDA</vt:lpstr>
      <vt:lpstr>With LDA</vt:lpstr>
      <vt:lpstr>PowerPoint Presentation</vt:lpstr>
      <vt:lpstr>Properties and Assumptions of LDA </vt:lpstr>
      <vt:lpstr>Working of LDA</vt:lpstr>
      <vt:lpstr>Working Mechanism: </vt:lpstr>
      <vt:lpstr>Mathematical equation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2026-03-10T08:10:53Z</dcterms:created>
  <dcterms:modified xsi:type="dcterms:W3CDTF">2026-03-10T08:20:33Z</dcterms:modified>
</cp:coreProperties>
</file>