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Machine Learning Metrics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Mathematical Examples for</a:t>
            </a:r>
          </a:p>
          <a:p>
            <a:r>
              <a:t>Classification &amp; Regression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Example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Confusion Matrix Example</a:t>
            </a:r>
          </a:p>
          <a:p>
            <a:endParaRPr/>
          </a:p>
          <a:p>
            <a:r>
              <a:t>TP = 50</a:t>
            </a:r>
          </a:p>
          <a:p>
            <a:r>
              <a:t>FN = 10</a:t>
            </a:r>
          </a:p>
          <a:p>
            <a:r>
              <a:t>FP = 5</a:t>
            </a:r>
          </a:p>
          <a:p>
            <a:r>
              <a:t>TN = 35</a:t>
            </a:r>
          </a:p>
          <a:p>
            <a:endParaRPr/>
          </a:p>
          <a:p>
            <a:r>
              <a:t>Total = 100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= (TP + TN) / (TP + TN + FP + FN)</a:t>
            </a:r>
          </a:p>
          <a:p>
            <a:endParaRPr/>
          </a:p>
          <a:p>
            <a:r>
              <a:t>= (50 + 35) / 100</a:t>
            </a:r>
          </a:p>
          <a:p>
            <a:r>
              <a:t>= 85 / 100</a:t>
            </a:r>
          </a:p>
          <a:p>
            <a:r>
              <a:t>= 0.85 = 85%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= TP / (TP + FP)</a:t>
            </a:r>
          </a:p>
          <a:p>
            <a:endParaRPr/>
          </a:p>
          <a:p>
            <a:r>
              <a:t>= 50 / (50 + 5)</a:t>
            </a:r>
          </a:p>
          <a:p>
            <a:r>
              <a:t>= 50 / 55</a:t>
            </a:r>
          </a:p>
          <a:p>
            <a:r>
              <a:t>= 0.909 ≈ 90.9%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= TP / (TP + FN)</a:t>
            </a:r>
          </a:p>
          <a:p>
            <a:endParaRPr/>
          </a:p>
          <a:p>
            <a:r>
              <a:t>= 50 / (50 + 10)</a:t>
            </a:r>
          </a:p>
          <a:p>
            <a:r>
              <a:t>= 50 / 60</a:t>
            </a:r>
          </a:p>
          <a:p>
            <a:r>
              <a:t>= 0.833 ≈ 83.3%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Score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F1 = 2 * (Precision * Recall) / (Precision + Recall)</a:t>
            </a:r>
          </a:p>
          <a:p>
            <a:endParaRPr/>
          </a:p>
          <a:p>
            <a:r>
              <a:t>= 2 * (0.909 * 0.833) / (0.909 + 0.833)</a:t>
            </a:r>
          </a:p>
          <a:p>
            <a:r>
              <a:t>= 0.87 ≈ 87%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Dataset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Actual Vs Predicted Values</a:t>
            </a:r>
          </a:p>
          <a:p>
            <a:endParaRPr/>
          </a:p>
          <a:p>
            <a:r>
              <a:t>Actual: 10, 15, 20, 25</a:t>
            </a:r>
          </a:p>
          <a:p>
            <a:r>
              <a:t>Predicted: 12, 14, 18,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Errors = -2, 1, 2, -5</a:t>
            </a:r>
          </a:p>
          <a:p>
            <a:endParaRPr/>
          </a:p>
          <a:p>
            <a:r>
              <a:t>MAE = (|−2| + |1| + |2| + |−5|) / 4</a:t>
            </a:r>
          </a:p>
          <a:p>
            <a:r>
              <a:t>= (2+1+2+5) / 4</a:t>
            </a:r>
          </a:p>
          <a:p>
            <a:r>
              <a:t>= 10 / 4</a:t>
            </a:r>
          </a:p>
          <a:p>
            <a:r>
              <a:t>= 2.5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MSE = [(-2)^2 + (1)^2 + (2)^2 + (-5)^2] / 4</a:t>
            </a:r>
          </a:p>
          <a:p>
            <a:r>
              <a:t>= (4 + 1 + 4 + 25) / 4</a:t>
            </a:r>
          </a:p>
          <a:p>
            <a:r>
              <a:t>= 34 / 4</a:t>
            </a:r>
          </a:p>
          <a:p>
            <a:r>
              <a:t>= 8.5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RMSE = √8.5</a:t>
            </a:r>
          </a:p>
          <a:p>
            <a:r>
              <a:t>= 2.91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R-Squared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= 17.5</a:t>
            </a:r>
          </a:p>
          <a:p>
            <a:r>
              <a:t>SS_res = 34</a:t>
            </a:r>
          </a:p>
          <a:p>
            <a:r>
              <a:t>SS_tot = 125</a:t>
            </a:r>
          </a:p>
          <a:p>
            <a:endParaRPr/>
          </a:p>
          <a:p>
            <a:r>
              <a:t>R² = 1 − (34 / 125)</a:t>
            </a:r>
          </a:p>
          <a:p>
            <a:r>
              <a:t>= 0.728 = 72.8%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Actual values (y):</a:t>
            </a:r>
            <a:br>
              <a:rPr lang="en-US" dirty="0" smtClean="0"/>
            </a:br>
            <a:r>
              <a:rPr lang="en-US" dirty="0" smtClean="0"/>
              <a:t>10, 15, 20, 25</a:t>
            </a:r>
          </a:p>
          <a:p>
            <a:r>
              <a:rPr lang="en-US" dirty="0" smtClean="0"/>
              <a:t>Predicted values (ŷ):</a:t>
            </a:r>
            <a:br>
              <a:rPr lang="en-US" dirty="0" smtClean="0"/>
            </a:br>
            <a:r>
              <a:rPr lang="en-US" dirty="0" smtClean="0"/>
              <a:t>12, 14, 18, 30</a:t>
            </a:r>
          </a:p>
          <a:p>
            <a:r>
              <a:rPr lang="en-US" dirty="0" smtClean="0"/>
              <a:t>Number of observations = 4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SS₍res</a:t>
            </a:r>
            <a:r>
              <a:rPr lang="en-US" dirty="0" smtClean="0"/>
              <a:t>₎ — Residual Sum of Squares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18849" cy="69283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546252"/>
            <a:ext cx="6689188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/>
              <a:t>SS₍tot</a:t>
            </a:r>
            <a:r>
              <a:rPr lang="en-US" b="1" dirty="0" smtClean="0"/>
              <a:t>₎ — Total Sum of Squares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41212" cy="100232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Measures </a:t>
            </a:r>
            <a:r>
              <a:rPr lang="en-US" b="1" dirty="0" smtClean="0"/>
              <a:t>total variation in actual data</a:t>
            </a:r>
            <a:r>
              <a:rPr lang="en-US" dirty="0" smtClean="0"/>
              <a:t> from the mean.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9725" y="2602523"/>
            <a:ext cx="592455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Classification: Accuracy, Precision, Recall, F1</a:t>
            </a:r>
          </a:p>
          <a:p>
            <a:r>
              <a:t>Regression: MAE, MSE, RMSE, R²</a:t>
            </a:r>
          </a:p>
          <a:p>
            <a:endParaRPr/>
          </a:p>
          <a:p>
            <a:r>
              <a:t>Use appropriate metric based on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365</Words>
  <Application>Microsoft Macintosh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Machine Learning Metrics Examples</vt:lpstr>
      <vt:lpstr>Classification Example Dataset</vt:lpstr>
      <vt:lpstr>Accuracy Example</vt:lpstr>
      <vt:lpstr>Precision Example</vt:lpstr>
      <vt:lpstr>Recall Example</vt:lpstr>
      <vt:lpstr>F1 Score Example</vt:lpstr>
      <vt:lpstr>Regression Dataset Example</vt:lpstr>
      <vt:lpstr>MAE Example</vt:lpstr>
      <vt:lpstr>MSE Example</vt:lpstr>
      <vt:lpstr>RMSE Example</vt:lpstr>
      <vt:lpstr>R-Squared Example</vt:lpstr>
      <vt:lpstr>Slide 12</vt:lpstr>
      <vt:lpstr>SS₍res₎ — Residual Sum of Squares</vt:lpstr>
      <vt:lpstr>SS₍tot₎ — Total Sum of Squares </vt:lpstr>
      <vt:lpstr>Final Summary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Metrics Examples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2025-12-27T08:27:37Z</dcterms:modified>
  <cp:category/>
</cp:coreProperties>
</file>