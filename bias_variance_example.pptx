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Bias and Variance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numerical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True value (y) = 10</a:t>
            </a:r>
          </a:p>
          <a:p>
            <a:pPr lvl="1"/>
            <a:r>
              <a:t>Predictions: ŷ1 = 8, ŷ2 = 9, ŷ3 = 13</a:t>
            </a:r>
          </a:p>
          <a:p>
            <a:pPr lvl="1"/>
            <a:r>
              <a:t>Mean Prediction E[ŷ] = (8 + 9 + 13) / 3 =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= E[ŷ] − y</a:t>
            </a:r>
          </a:p>
          <a:p>
            <a:pPr lvl="1"/>
            <a:r>
              <a:t>Bias = 10 − 10 = 0</a:t>
            </a:r>
          </a:p>
          <a:p>
            <a:pPr lvl="1"/>
            <a:r>
              <a:t>Bias² = 0² =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Variance = [(8−10)² + (9−10)² + (13−10)²] / 3</a:t>
            </a:r>
          </a:p>
          <a:p>
            <a:pPr lvl="1"/>
            <a:r>
              <a:t>Variance = (4 + 1 + 9) / 3</a:t>
            </a:r>
          </a:p>
          <a:p>
            <a:pPr lvl="1"/>
            <a:r>
              <a:t>Variance = 14 / 3 = 4.67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= 0 → Model is correct on average</a:t>
            </a:r>
          </a:p>
          <a:p>
            <a:pPr lvl="1"/>
            <a:r>
              <a:t>Variance = 4.67 → Predictions vary significantly</a:t>
            </a:r>
          </a:p>
          <a:p>
            <a:pPr lvl="1"/>
            <a:r>
              <a:t>Conclusion: Low Bias, High Variance (Overfitting)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