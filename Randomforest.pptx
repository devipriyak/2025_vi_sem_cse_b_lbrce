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8093-5310-EBD0-03CB-82F6EEAED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29145-9B36-D4EF-7316-2509E8CF7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B48DC-0B26-E75C-CCE1-812E60C6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7D3-083B-4B3C-B273-5315DA5D943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4DCB5-224F-80CD-1BF3-5176242A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322BE-200B-4878-FDE6-5BDA7EAE7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C9A1-9991-4448-9047-36EB2751E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113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9012-A5BA-18A3-DC7D-E73BC30B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C21D4-483E-22A6-FD78-D28258816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50EE0-1F02-C015-6DF5-BAED0571F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7D3-083B-4B3C-B273-5315DA5D943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A5660-D2D1-982B-47C4-E359E0B0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20F8D-1DE9-D837-5FC8-F3A3569E8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C9A1-9991-4448-9047-36EB2751E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167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7DBA8-8B90-0F8F-1584-93C1454A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CCF31-29D3-5760-DBF3-DE23FB50A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59FCE-F197-092B-26CF-6FAA3AA0A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7D3-083B-4B3C-B273-5315DA5D943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7DB47-F0F3-20F6-472A-0AF3432BF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CC178-1F02-7552-E6B5-717FD632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C9A1-9991-4448-9047-36EB2751E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858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63FC-64E7-F8EC-2853-D173D85FA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FBD1-AA44-95FF-6424-19FBDA425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D0E98-4B7F-4BD4-0FC9-8245E3827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BA790-7FFD-F9CB-6044-D018F20A3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7D3-083B-4B3C-B273-5315DA5D943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EFFCA-8CAD-458F-21A5-383C820F5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01891-5366-FA19-C5EF-D32D72E13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C9A1-9991-4448-9047-36EB2751E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09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A4-4F1B-CEE7-707A-D996A1A04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20D15-EAE4-AE01-B765-B5E41EC92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5A0D0-810D-F0BB-C0BC-51332C06B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3B0A6C-4521-EA65-0FA8-F0A123DA8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22EADC-8539-3202-9F1D-257D31CC60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34060-A3CA-22A8-7991-FC3714D7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7D3-083B-4B3C-B273-5315DA5D943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1441DF-7ACA-9C7E-176B-3CCB886E8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763ECA-216B-E8D3-9DA8-E6EEE94B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C9A1-9991-4448-9047-36EB2751E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489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050E-7DCC-F1F3-DAE0-2D79DADE8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2F921B-0737-2314-359B-B0BDA8915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7D3-083B-4B3C-B273-5315DA5D943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97D66-6309-912D-2761-42475FC2A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24105C-FC73-96CC-32F6-88167DE78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C9A1-9991-4448-9047-36EB2751E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085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AD3DE5-4228-5896-DB26-2337BB6B1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7D3-083B-4B3C-B273-5315DA5D943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9A0C1-2E42-4030-D63D-857155781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5BABB-29EE-5D8F-8FBB-96516997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C9A1-9991-4448-9047-36EB2751E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88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908E5-BE1D-6602-E48A-0E919ACD3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91E7D-6418-A1B7-FFC9-E1486308C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1E5BE-CA4F-0BB2-17D8-0D0F54ADC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386E6-107C-0CC4-FDBF-476138D35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7D3-083B-4B3C-B273-5315DA5D943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12216-326E-0C27-C027-FF85C8FED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5F36D-DA1B-0DDB-A8EE-3C8A58631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C9A1-9991-4448-9047-36EB2751E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999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7FBA-7CA8-FACD-D342-F6B607EC2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558F8-29CB-3FCF-28DB-79E1A9BBA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9061F-4D8F-8CBE-C51D-E64AA5E78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BBA73-DC49-D9E9-7A5B-2F7045B3D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7D3-083B-4B3C-B273-5315DA5D943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69380-ABAD-CB1F-E5BE-5777FB833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A6D25-C093-93D3-1FF8-E6535072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C9A1-9991-4448-9047-36EB2751E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07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E361-59FA-8F78-8F3F-08AC2900A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3470C-1A18-0C35-8A41-F9F0A570A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F0DA-3F0E-D615-3C94-324FC7AB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7D3-083B-4B3C-B273-5315DA5D943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4610D-5681-882D-DB5B-3A73D688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378EF-D0AF-F356-3215-201D48DE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C9A1-9991-4448-9047-36EB2751E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92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218356-85EF-500A-2E60-59EB1A8B0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A47EE-AD53-5748-609C-B54708037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BC285-DFDA-22D1-B79E-DAD4858CD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7D3-083B-4B3C-B273-5315DA5D943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FDDDD-204D-6079-9E5D-5CBA0CF71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CB007-8B28-FE9F-8001-673A361AA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C9A1-9991-4448-9047-36EB2751E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708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7FB051-86A4-A33C-F2E0-4983D204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F3289-3B27-F33E-E4FE-DF5042CF5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87824-9F18-7549-190D-66A90A949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167D3-083B-4B3C-B273-5315DA5D9439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A184D-8EBB-FAC7-2B94-D51D9131EA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F3C15-5DBA-4786-9BC7-B44B0209E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C9A1-9991-4448-9047-36EB2751E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39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lyticsvidhya.com/blog/2021/10/an-introduction-to-random-forest-algorithm-for-beginner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lyticsvidhya.com/blog/2023/01/ensemble-learning-methods-bagging-boosting-and-stackin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E8406-CEF4-D70B-6A7F-9F73B94426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RandomForest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85676-4134-DED2-AF98-378FC9F54D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989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2B44-B6DD-DC7C-DA9A-5D62E3017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34366-9FDD-15F7-C7AD-478640BCF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forest, a popular machine learning </a:t>
            </a:r>
            <a:r>
              <a:rPr lang="en-US" b="1" u="sng" dirty="0">
                <a:hlinkClick r:id="rId2"/>
              </a:rPr>
              <a:t>algorithm</a:t>
            </a:r>
            <a:r>
              <a:rPr lang="en-US" dirty="0"/>
              <a:t> developed by Leo </a:t>
            </a:r>
            <a:r>
              <a:rPr lang="en-US" dirty="0" err="1"/>
              <a:t>Breiman</a:t>
            </a:r>
            <a:r>
              <a:rPr lang="en-US" dirty="0"/>
              <a:t> and Adele Cutler, merges the outputs of numerous decision trees to produce a single outcome. I</a:t>
            </a:r>
          </a:p>
          <a:p>
            <a:r>
              <a:rPr lang="en-US" dirty="0" err="1"/>
              <a:t>ts</a:t>
            </a:r>
            <a:r>
              <a:rPr lang="en-US" dirty="0"/>
              <a:t> popularity stems from its user-friendliness and versatility, making it suitable for both </a:t>
            </a:r>
            <a:r>
              <a:rPr lang="en-US" dirty="0">
                <a:highlight>
                  <a:srgbClr val="FFFF00"/>
                </a:highlight>
              </a:rPr>
              <a:t>classification and regression tasks.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0322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67899-463B-7721-DCD1-26D8E5D0A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Forest Applications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EEADF-2A52-272A-F973-9BB603FCA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Stock price prediction</a:t>
            </a:r>
          </a:p>
          <a:p>
            <a:r>
              <a:rPr lang="en-IN" b="1" dirty="0"/>
              <a:t>Medical diagnosis</a:t>
            </a:r>
          </a:p>
          <a:p>
            <a:r>
              <a:rPr lang="en-IN" b="1" dirty="0"/>
              <a:t>Medical diagnosis: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341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8CEE2-9415-9368-5094-9FA053B6F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Working of Random Forest Algorithm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C6EBA-9118-1771-6C4A-C88D5C52A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Ensemble </a:t>
            </a:r>
          </a:p>
          <a:p>
            <a:r>
              <a:rPr lang="en-US" b="1" i="1" dirty="0"/>
              <a:t>Ensemble </a:t>
            </a:r>
            <a:r>
              <a:rPr lang="en-US" dirty="0"/>
              <a:t>combining multiple models.  </a:t>
            </a:r>
          </a:p>
          <a:p>
            <a:r>
              <a:rPr lang="en-US" dirty="0"/>
              <a:t>Thus a collection of models is used to make predictions rather than an individual model.</a:t>
            </a:r>
          </a:p>
          <a:p>
            <a:r>
              <a:rPr lang="en-US" dirty="0"/>
              <a:t>Random forest Classifier works on the </a:t>
            </a:r>
            <a:r>
              <a:rPr lang="en-US" dirty="0">
                <a:highlight>
                  <a:srgbClr val="FFFF00"/>
                </a:highlight>
              </a:rPr>
              <a:t>Bagging principle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387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A6F28-9F29-B4FF-B2D0-A6097EDDF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Ensemble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9E70BC-C6C7-3C58-036A-3917E82108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5846" y="1690688"/>
            <a:ext cx="7875792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175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3E4B3-47A0-F6BF-D52B-C7059F1C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Forest-Bagging/ Bootstrap Aggregation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1B502-E8A0-20F1-DB21-F77884C88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Here are the steps involved in </a:t>
            </a:r>
            <a:r>
              <a:rPr lang="en-US" b="1" u="sng" dirty="0">
                <a:hlinkClick r:id="rId2"/>
              </a:rPr>
              <a:t>Bagging</a:t>
            </a:r>
            <a:r>
              <a:rPr lang="en-US" dirty="0"/>
              <a:t>:</a:t>
            </a:r>
          </a:p>
          <a:p>
            <a:r>
              <a:rPr lang="en-US" b="1" dirty="0"/>
              <a:t>Selection of Subset</a:t>
            </a:r>
            <a:r>
              <a:rPr lang="en-US" dirty="0"/>
              <a:t>: Bagging starts by choosing a random sample, or subset, from the entire dataset.</a:t>
            </a:r>
          </a:p>
          <a:p>
            <a:r>
              <a:rPr lang="en-US" b="1" dirty="0"/>
              <a:t>Bootstrap Sampling</a:t>
            </a:r>
            <a:r>
              <a:rPr lang="en-US" dirty="0"/>
              <a:t>: Each model from these samples, called Bootstrap Samples, which we take from the original data with replacement. This process is known as row sampling.</a:t>
            </a:r>
          </a:p>
          <a:p>
            <a:r>
              <a:rPr lang="en-US" b="1" dirty="0"/>
              <a:t>Bootstrapping</a:t>
            </a:r>
            <a:r>
              <a:rPr lang="en-US" dirty="0"/>
              <a:t>: The step of row sampling with replacement is referred to as bootstrapping.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0919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810E1-30C7-C9C8-661B-126967ED1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D9237-C889-5E8F-16BA-D04F6A9AE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Random Forest-Bagging/ Bootstrap Aggregation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E65D9-DC6E-3456-AB80-BBE82D091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Independent Model Training</a:t>
            </a:r>
            <a:r>
              <a:rPr lang="en-US" dirty="0"/>
              <a:t>: We train each model independently on its corresponding Bootstrap. This training process generates results for each model.</a:t>
            </a:r>
          </a:p>
          <a:p>
            <a:r>
              <a:rPr lang="en-US" b="1" dirty="0"/>
              <a:t>Majority Voting</a:t>
            </a:r>
            <a:r>
              <a:rPr lang="en-US" dirty="0"/>
              <a:t>: The final output by combining the results of all models through majority voting. We select the most commonly predicted outcome among the models.</a:t>
            </a:r>
          </a:p>
          <a:p>
            <a:r>
              <a:rPr lang="en-US" b="1" dirty="0"/>
              <a:t>Aggregation</a:t>
            </a:r>
            <a:r>
              <a:rPr lang="en-US" dirty="0"/>
              <a:t>: This step by combining all the results and generating the final output based on majority voting, which we call aggregation.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4144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8C6B7-34A0-1B6F-3D87-131FCA570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Random Forest Algorithm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94E7F0-14E8-862F-C003-14FE2D06FB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350" y="2134394"/>
            <a:ext cx="65913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807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2854C-4654-5C6E-CAF2-7BCF7BF24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Involved in Random Forest Algorithm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FC31E-ADA0-FE68-0106-6A8B5350D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1: </a:t>
            </a:r>
            <a:r>
              <a:rPr lang="en-US" dirty="0"/>
              <a:t>In this model, we select a subset of data points and a subset of features to construct each decision tree. Simply put, we take n random records and m features from a dataset containing k records.</a:t>
            </a:r>
          </a:p>
          <a:p>
            <a:r>
              <a:rPr lang="en-US" b="1" dirty="0"/>
              <a:t>Step 2:</a:t>
            </a:r>
            <a:r>
              <a:rPr lang="en-US" dirty="0"/>
              <a:t> We construct individual decision trees for each sample.</a:t>
            </a:r>
          </a:p>
          <a:p>
            <a:r>
              <a:rPr lang="en-US" b="1" dirty="0"/>
              <a:t>Step 3:</a:t>
            </a:r>
            <a:r>
              <a:rPr lang="en-US" dirty="0"/>
              <a:t> Each decision tree will generate an output.</a:t>
            </a:r>
          </a:p>
          <a:p>
            <a:r>
              <a:rPr lang="en-US" b="1" dirty="0"/>
              <a:t>Step 4:</a:t>
            </a:r>
            <a:r>
              <a:rPr lang="en-US" dirty="0"/>
              <a:t> We consider the final output based on </a:t>
            </a:r>
            <a:r>
              <a:rPr lang="en-US" b="1" i="1" dirty="0"/>
              <a:t>Majority Voting for classification and Averaging for regression</a:t>
            </a:r>
            <a:r>
              <a:rPr lang="en-US" dirty="0"/>
              <a:t>, respectively.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35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B084C-C914-3B7C-C832-86360D843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F9A381-CE40-6B59-6889-A60ADE52C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3704" y="2115343"/>
            <a:ext cx="6158834" cy="437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62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80CA2-9444-7B25-9D1A-778A62C27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64752-3615-5A55-DB13-7B9F7CB9C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mportant</a:t>
            </a:r>
            <a:r>
              <a:rPr lang="en-US" dirty="0"/>
              <a:t> Hyperparameters in Random Forest</a:t>
            </a:r>
          </a:p>
          <a:p>
            <a:r>
              <a:rPr lang="en-US" dirty="0"/>
              <a:t>Random forests use hyperparameters to enhance model performance and predictive power or to increase the model’s speed.</a:t>
            </a:r>
          </a:p>
          <a:p>
            <a:r>
              <a:rPr lang="en-US" dirty="0"/>
              <a:t>Increase the Predictive Power</a:t>
            </a:r>
          </a:p>
          <a:p>
            <a:r>
              <a:rPr lang="en-US" b="1" dirty="0" err="1"/>
              <a:t>n_estimators</a:t>
            </a:r>
            <a:r>
              <a:rPr lang="en-US" b="1" dirty="0"/>
              <a:t>:</a:t>
            </a:r>
            <a:r>
              <a:rPr lang="en-US" dirty="0"/>
              <a:t> Number of trees the algorithm builds before averaging the predictions.</a:t>
            </a:r>
          </a:p>
          <a:p>
            <a:r>
              <a:rPr lang="en-US" b="1" dirty="0" err="1"/>
              <a:t>max_features</a:t>
            </a:r>
            <a:r>
              <a:rPr lang="en-US" b="1" dirty="0"/>
              <a:t>:</a:t>
            </a:r>
            <a:r>
              <a:rPr lang="en-US" dirty="0"/>
              <a:t> Maximum number of features random forest considers splitting a node.</a:t>
            </a:r>
          </a:p>
          <a:p>
            <a:r>
              <a:rPr lang="en-US" b="1" dirty="0" err="1"/>
              <a:t>mini_sample_leaf</a:t>
            </a:r>
            <a:r>
              <a:rPr lang="en-US" b="1" dirty="0"/>
              <a:t>:</a:t>
            </a:r>
            <a:r>
              <a:rPr lang="en-US" dirty="0"/>
              <a:t> Determines the minimum number of leaves required to split an internal node.</a:t>
            </a:r>
          </a:p>
          <a:p>
            <a:r>
              <a:rPr lang="en-US" b="1" dirty="0"/>
              <a:t>criterion:</a:t>
            </a:r>
            <a:r>
              <a:rPr lang="en-US" dirty="0"/>
              <a:t> How to split the node in each tree? (Entropy/Gini impurity/Log Loss)</a:t>
            </a:r>
          </a:p>
          <a:p>
            <a:r>
              <a:rPr lang="en-US" b="1" dirty="0" err="1"/>
              <a:t>max_leaf_nodes</a:t>
            </a:r>
            <a:r>
              <a:rPr lang="en-US" b="1" dirty="0"/>
              <a:t>: </a:t>
            </a:r>
            <a:r>
              <a:rPr lang="en-US" dirty="0"/>
              <a:t>Maximum leaf nodes in each tree</a:t>
            </a:r>
          </a:p>
          <a:p>
            <a:r>
              <a:rPr lang="en-US" dirty="0"/>
              <a:t>Increase the Speed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3810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FBC6-00C8-F0B3-E661-DF560E5F6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2200F-2942-BFB4-D364-2AF1385A2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err="1"/>
              <a:t>n_jobs</a:t>
            </a:r>
            <a:r>
              <a:rPr lang="en-US" b="1" i="1" dirty="0"/>
              <a:t>: </a:t>
            </a:r>
            <a:r>
              <a:rPr lang="en-US" dirty="0"/>
              <a:t>it tells the engine how many processors it is allowed to use. If the value is 1, it can use only one processor, but if the value is -1, there is no limit.</a:t>
            </a:r>
          </a:p>
          <a:p>
            <a:r>
              <a:rPr lang="en-US" b="1" i="1" dirty="0" err="1"/>
              <a:t>random_state</a:t>
            </a:r>
            <a:r>
              <a:rPr lang="en-US" b="1" i="1" dirty="0"/>
              <a:t>: </a:t>
            </a:r>
            <a:r>
              <a:rPr lang="en-US" dirty="0"/>
              <a:t>controls randomness of the sample. The model always produces the same results if it has a definite value of random state and receives the same hyperparameters and training data.</a:t>
            </a:r>
          </a:p>
          <a:p>
            <a:r>
              <a:rPr lang="en-US" b="1" i="1" dirty="0" err="1"/>
              <a:t>oob_score</a:t>
            </a:r>
            <a:r>
              <a:rPr lang="en-US" b="1" i="1" dirty="0"/>
              <a:t>:</a:t>
            </a:r>
            <a:r>
              <a:rPr lang="en-US" i="1" dirty="0"/>
              <a:t> OOB</a:t>
            </a:r>
            <a:r>
              <a:rPr lang="en-US" dirty="0"/>
              <a:t> means out of the bag. It is a random forest cross-validation method. One-third of the sample does not train the data; instead, we use it to evaluate its performance. We call these samples out-of-bag samples.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7827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E522B-8B83-1483-B253-2C1276595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5D6EA-3C87-7057-9396-54869F4DC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Importing the required libraries</a:t>
            </a:r>
          </a:p>
          <a:p>
            <a:r>
              <a:rPr lang="en-US" dirty="0"/>
              <a:t>import pandas as pd,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r>
              <a:rPr lang="en-US" dirty="0"/>
              <a:t>, seaborn as </a:t>
            </a:r>
            <a:r>
              <a:rPr lang="en-US" dirty="0" err="1"/>
              <a:t>sns</a:t>
            </a:r>
            <a:endParaRPr lang="en-US" dirty="0"/>
          </a:p>
          <a:p>
            <a:r>
              <a:rPr lang="en-US" dirty="0"/>
              <a:t>%matplotlib inline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166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A9BB-1975-CFB0-9D97-2E7D3B2CA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E8240-FE0B-41D5-45E7-1A50A7F83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pandas as pd</a:t>
            </a:r>
          </a:p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r>
              <a:rPr lang="en-IN" dirty="0"/>
              <a:t>import seaborn as </a:t>
            </a:r>
            <a:r>
              <a:rPr lang="en-IN" dirty="0" err="1"/>
              <a:t>sns</a:t>
            </a:r>
            <a:endParaRPr lang="en-IN" dirty="0"/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pd.read_csv</a:t>
            </a:r>
            <a:r>
              <a:rPr lang="en-IN" dirty="0"/>
              <a:t>('heart_v2.csv')</a:t>
            </a:r>
          </a:p>
          <a:p>
            <a:r>
              <a:rPr lang="en-IN" dirty="0"/>
              <a:t>print(</a:t>
            </a:r>
            <a:r>
              <a:rPr lang="en-IN" dirty="0" err="1"/>
              <a:t>df.head</a:t>
            </a:r>
            <a:r>
              <a:rPr lang="en-IN" dirty="0"/>
              <a:t>())</a:t>
            </a:r>
          </a:p>
          <a:p>
            <a:r>
              <a:rPr lang="en-IN" dirty="0" err="1"/>
              <a:t>sns.countplot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['heart disease'])</a:t>
            </a:r>
          </a:p>
          <a:p>
            <a:r>
              <a:rPr lang="en-IN" dirty="0" err="1"/>
              <a:t>plt.title</a:t>
            </a:r>
            <a:r>
              <a:rPr lang="en-IN" dirty="0"/>
              <a:t>('Value counts of heart disease patients')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59371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E9CE5-7A3D-9B06-8238-008145CF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7527D-CF89-FA41-8DC8-3F3883B90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Putting feature variable to X</a:t>
            </a:r>
          </a:p>
          <a:p>
            <a:r>
              <a:rPr lang="en-US" dirty="0"/>
              <a:t>X = </a:t>
            </a:r>
            <a:r>
              <a:rPr lang="en-US" dirty="0" err="1"/>
              <a:t>df.drop</a:t>
            </a:r>
            <a:r>
              <a:rPr lang="en-US" dirty="0"/>
              <a:t>('heart </a:t>
            </a:r>
            <a:r>
              <a:rPr lang="en-US" dirty="0" err="1"/>
              <a:t>disease',axis</a:t>
            </a:r>
            <a:r>
              <a:rPr lang="en-US" dirty="0"/>
              <a:t>=1)</a:t>
            </a:r>
          </a:p>
          <a:p>
            <a:r>
              <a:rPr lang="en-US" dirty="0"/>
              <a:t># Putting response variable to y</a:t>
            </a:r>
          </a:p>
          <a:p>
            <a:r>
              <a:rPr lang="en-US" dirty="0"/>
              <a:t>y = </a:t>
            </a:r>
            <a:r>
              <a:rPr lang="en-US" dirty="0" err="1"/>
              <a:t>df</a:t>
            </a:r>
            <a:r>
              <a:rPr lang="en-US" dirty="0"/>
              <a:t>['heart disease']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6774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70B59-23B1-C76E-8E66-08C042B7C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C21EF-6AC4-CAC8-3AE9-23EE2B18C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 now lets split the data into train and test</a:t>
            </a:r>
          </a:p>
          <a:p>
            <a:r>
              <a:rPr lang="en-IN" dirty="0"/>
              <a:t>from </a:t>
            </a:r>
            <a:r>
              <a:rPr lang="en-IN" dirty="0" err="1"/>
              <a:t>sklearn.model_selection</a:t>
            </a:r>
            <a:r>
              <a:rPr lang="en-IN" dirty="0"/>
              <a:t> import </a:t>
            </a:r>
            <a:r>
              <a:rPr lang="en-IN" dirty="0" err="1"/>
              <a:t>train_test_split</a:t>
            </a:r>
            <a:endParaRPr lang="en-IN" dirty="0"/>
          </a:p>
          <a:p>
            <a:endParaRPr lang="en-IN" dirty="0"/>
          </a:p>
          <a:p>
            <a:r>
              <a:rPr lang="en-IN" dirty="0"/>
              <a:t># Splitting the data into train and test</a:t>
            </a:r>
          </a:p>
          <a:p>
            <a:r>
              <a:rPr lang="en-IN" dirty="0" err="1"/>
              <a:t>X_train</a:t>
            </a:r>
            <a:r>
              <a:rPr lang="en-IN" dirty="0"/>
              <a:t>, </a:t>
            </a:r>
            <a:r>
              <a:rPr lang="en-IN" dirty="0" err="1"/>
              <a:t>X_test</a:t>
            </a:r>
            <a:r>
              <a:rPr lang="en-IN" dirty="0"/>
              <a:t>, </a:t>
            </a:r>
            <a:r>
              <a:rPr lang="en-IN" dirty="0" err="1"/>
              <a:t>y_train</a:t>
            </a:r>
            <a:r>
              <a:rPr lang="en-IN" dirty="0"/>
              <a:t>, </a:t>
            </a:r>
            <a:r>
              <a:rPr lang="en-IN" dirty="0" err="1"/>
              <a:t>y_test</a:t>
            </a:r>
            <a:r>
              <a:rPr lang="en-IN" dirty="0"/>
              <a:t> = </a:t>
            </a:r>
            <a:r>
              <a:rPr lang="en-IN" dirty="0" err="1"/>
              <a:t>train_test_split</a:t>
            </a:r>
            <a:r>
              <a:rPr lang="en-IN" dirty="0"/>
              <a:t>(X, y, </a:t>
            </a:r>
            <a:r>
              <a:rPr lang="en-IN" dirty="0" err="1"/>
              <a:t>train_size</a:t>
            </a:r>
            <a:r>
              <a:rPr lang="en-IN" dirty="0"/>
              <a:t>=0.7, </a:t>
            </a:r>
            <a:r>
              <a:rPr lang="en-IN" dirty="0" err="1"/>
              <a:t>random_state</a:t>
            </a:r>
            <a:r>
              <a:rPr lang="en-IN" dirty="0"/>
              <a:t>=42)</a:t>
            </a:r>
          </a:p>
          <a:p>
            <a:r>
              <a:rPr lang="en-IN" dirty="0" err="1"/>
              <a:t>X_train.shape</a:t>
            </a:r>
            <a:r>
              <a:rPr lang="en-IN" dirty="0"/>
              <a:t>, </a:t>
            </a:r>
            <a:r>
              <a:rPr lang="en-IN" dirty="0" err="1"/>
              <a:t>X_test.shape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6836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3B15A-1311-AED5-0EB9-234D7A58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00501-9EDA-D9AA-F041-68F7611DD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from </a:t>
            </a:r>
            <a:r>
              <a:rPr lang="en-IN" dirty="0" err="1"/>
              <a:t>sklearn.ensemble</a:t>
            </a:r>
            <a:r>
              <a:rPr lang="en-IN" dirty="0"/>
              <a:t> import </a:t>
            </a:r>
            <a:r>
              <a:rPr lang="en-IN" dirty="0" err="1"/>
              <a:t>RandomForestClassifier</a:t>
            </a:r>
            <a:endParaRPr lang="en-IN" dirty="0"/>
          </a:p>
          <a:p>
            <a:endParaRPr lang="en-IN" dirty="0"/>
          </a:p>
          <a:p>
            <a:r>
              <a:rPr lang="en-IN" dirty="0" err="1"/>
              <a:t>classifier_rf</a:t>
            </a:r>
            <a:r>
              <a:rPr lang="en-IN" dirty="0"/>
              <a:t> = </a:t>
            </a:r>
            <a:r>
              <a:rPr lang="en-IN" dirty="0" err="1"/>
              <a:t>RandomForestClassifier</a:t>
            </a:r>
            <a:r>
              <a:rPr lang="en-IN" dirty="0"/>
              <a:t>(</a:t>
            </a:r>
            <a:r>
              <a:rPr lang="en-IN" dirty="0" err="1"/>
              <a:t>random_state</a:t>
            </a:r>
            <a:r>
              <a:rPr lang="en-IN" dirty="0"/>
              <a:t>=42, </a:t>
            </a:r>
            <a:r>
              <a:rPr lang="en-IN" dirty="0" err="1"/>
              <a:t>n_jobs</a:t>
            </a:r>
            <a:r>
              <a:rPr lang="en-IN" dirty="0"/>
              <a:t>=-1, </a:t>
            </a:r>
            <a:r>
              <a:rPr lang="en-IN" dirty="0" err="1"/>
              <a:t>max_depth</a:t>
            </a:r>
            <a:r>
              <a:rPr lang="en-IN" dirty="0"/>
              <a:t>=5,</a:t>
            </a:r>
          </a:p>
          <a:p>
            <a:r>
              <a:rPr lang="en-IN" dirty="0"/>
              <a:t>                                       </a:t>
            </a:r>
            <a:r>
              <a:rPr lang="en-IN" dirty="0" err="1"/>
              <a:t>n_estimators</a:t>
            </a:r>
            <a:r>
              <a:rPr lang="en-IN" dirty="0"/>
              <a:t>=100, </a:t>
            </a:r>
            <a:r>
              <a:rPr lang="en-IN" dirty="0" err="1"/>
              <a:t>oob_score</a:t>
            </a:r>
            <a:r>
              <a:rPr lang="en-IN" dirty="0"/>
              <a:t>=True)</a:t>
            </a:r>
          </a:p>
          <a:p>
            <a:r>
              <a:rPr lang="en-IN" dirty="0" err="1"/>
              <a:t>classifier_rf.fit</a:t>
            </a:r>
            <a:r>
              <a:rPr lang="en-IN" dirty="0"/>
              <a:t>(</a:t>
            </a:r>
            <a:r>
              <a:rPr lang="en-IN" dirty="0" err="1"/>
              <a:t>X_train</a:t>
            </a:r>
            <a:r>
              <a:rPr lang="en-IN" dirty="0"/>
              <a:t>, </a:t>
            </a:r>
            <a:r>
              <a:rPr lang="en-IN" dirty="0" err="1"/>
              <a:t>y_train</a:t>
            </a:r>
            <a:r>
              <a:rPr lang="en-IN" dirty="0"/>
              <a:t>)</a:t>
            </a:r>
          </a:p>
          <a:p>
            <a:r>
              <a:rPr lang="en-US" dirty="0"/>
              <a:t># checking the </a:t>
            </a:r>
            <a:r>
              <a:rPr lang="en-US" dirty="0" err="1"/>
              <a:t>oob</a:t>
            </a:r>
            <a:r>
              <a:rPr lang="en-US" dirty="0"/>
              <a:t> score</a:t>
            </a:r>
          </a:p>
          <a:p>
            <a:r>
              <a:rPr lang="en-US" dirty="0" err="1"/>
              <a:t>classifier_rf.oob_score</a:t>
            </a:r>
            <a:r>
              <a:rPr lang="en-US" dirty="0"/>
              <a:t>_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0194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866</Words>
  <Application>Microsoft Office PowerPoint</Application>
  <PresentationFormat>Widescreen</PresentationFormat>
  <Paragraphs>70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RandomForest</vt:lpstr>
      <vt:lpstr>Random forest </vt:lpstr>
      <vt:lpstr>Random Forest Applications </vt:lpstr>
      <vt:lpstr>Working of Random Forest Algorithm </vt:lpstr>
      <vt:lpstr>Types of Ensemble </vt:lpstr>
      <vt:lpstr>Random Forest-Bagging/ Bootstrap Aggregation </vt:lpstr>
      <vt:lpstr>Random Forest-Bagging/ Bootstrap Aggregation </vt:lpstr>
      <vt:lpstr>Working of Random Forest Algorithm</vt:lpstr>
      <vt:lpstr>Steps Involved in Random Forest Algorithm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2026-02-28T07:45:19Z</dcterms:created>
  <dcterms:modified xsi:type="dcterms:W3CDTF">2026-02-28T08:05:45Z</dcterms:modified>
</cp:coreProperties>
</file>